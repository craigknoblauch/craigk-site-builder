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212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254F7F-8CF6-DCB0-D61E-37393199C2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67" t="14832" r="14571" b="15608"/>
          <a:stretch>
            <a:fillRect/>
          </a:stretch>
        </p:blipFill>
        <p:spPr>
          <a:xfrm>
            <a:off x="8928082" y="285619"/>
            <a:ext cx="2959268" cy="30111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305504-EA3D-E76C-524A-DBB967726E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526" y="2579913"/>
            <a:ext cx="10622974" cy="1523413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702A1A-9CA5-D2BA-ED88-B4A5F7A849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013" y="5851070"/>
            <a:ext cx="4597730" cy="92419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87495-CF2F-679F-40EE-2DB11E14D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2EEBF-2D32-4EE7-8BC7-F78CA4B44C4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7C94879-388C-2AAD-9FDB-4C76DC186247}"/>
              </a:ext>
            </a:extLst>
          </p:cNvPr>
          <p:cNvCxnSpPr/>
          <p:nvPr/>
        </p:nvCxnSpPr>
        <p:spPr>
          <a:xfrm>
            <a:off x="94013" y="5680719"/>
            <a:ext cx="11793337" cy="0"/>
          </a:xfrm>
          <a:prstGeom prst="line">
            <a:avLst/>
          </a:prstGeom>
          <a:ln w="25400" cap="rnd" cmpd="sng">
            <a:solidFill>
              <a:srgbClr val="447670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286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4901B-F01D-C495-6517-35B8C986C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EEF898-BD2B-8753-7AF0-DE9316DF5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9020B-8B61-48E6-9387-488BFB7A43D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23B278-AD36-818F-77DB-096D16454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27BBEE-5B25-3519-310C-760AC9E03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2EEBF-2D32-4EE7-8BC7-F78CA4B44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280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EEF898-BD2B-8753-7AF0-DE9316DF5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9020B-8B61-48E6-9387-488BFB7A43D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23B278-AD36-818F-77DB-096D16454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27BBEE-5B25-3519-310C-760AC9E03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2EEBF-2D32-4EE7-8BC7-F78CA4B44C4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B60C3E3-D979-908D-30E4-259B5E9B7280}"/>
              </a:ext>
            </a:extLst>
          </p:cNvPr>
          <p:cNvSpPr txBox="1">
            <a:spLocks/>
          </p:cNvSpPr>
          <p:nvPr/>
        </p:nvSpPr>
        <p:spPr>
          <a:xfrm>
            <a:off x="737148" y="3429000"/>
            <a:ext cx="10622974" cy="15234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73D7243-5F1C-D4C5-3252-DF351C736963}"/>
              </a:ext>
            </a:extLst>
          </p:cNvPr>
          <p:cNvCxnSpPr/>
          <p:nvPr/>
        </p:nvCxnSpPr>
        <p:spPr>
          <a:xfrm>
            <a:off x="151967" y="5255717"/>
            <a:ext cx="11793337" cy="0"/>
          </a:xfrm>
          <a:prstGeom prst="line">
            <a:avLst/>
          </a:prstGeom>
          <a:ln w="25400" cap="rnd" cmpd="sng">
            <a:solidFill>
              <a:srgbClr val="447670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6B250B-C811-C0DA-4CD1-CD1EA539D220}"/>
              </a:ext>
            </a:extLst>
          </p:cNvPr>
          <p:cNvCxnSpPr/>
          <p:nvPr/>
        </p:nvCxnSpPr>
        <p:spPr>
          <a:xfrm>
            <a:off x="151966" y="3440869"/>
            <a:ext cx="11793337" cy="0"/>
          </a:xfrm>
          <a:prstGeom prst="line">
            <a:avLst/>
          </a:prstGeom>
          <a:ln w="25400" cap="rnd" cmpd="sng">
            <a:solidFill>
              <a:srgbClr val="447670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1A5913E-171D-27C1-1BA8-D548EFE100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67" t="14832" r="14571" b="15608"/>
          <a:stretch>
            <a:fillRect/>
          </a:stretch>
        </p:blipFill>
        <p:spPr>
          <a:xfrm>
            <a:off x="8928082" y="285619"/>
            <a:ext cx="2959268" cy="301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929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A5589-B77B-3C6E-AA5F-C4E704A9D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944" y="278039"/>
            <a:ext cx="949234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9B9C9-15DD-CD41-F897-389B5B92C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83FCD-D824-7190-1FD0-B92A1028F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9020B-8B61-48E6-9387-488BFB7A43D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901EB-367D-E8A5-8C88-BA22421E9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DF9D1-3822-B63E-008C-68CEDA98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2EEBF-2D32-4EE7-8BC7-F78CA4B44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273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3639-8769-C234-905A-0DB5FC8DD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FC979-683C-A750-2809-83B39A0877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4105E4-407B-B1C7-4C8E-568F4C7AFD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70532-E02E-586E-91C5-65AE7E28F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9020B-8B61-48E6-9387-488BFB7A43D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196208-4A9F-3F00-8E53-61D282F2E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8F182-5563-0C19-322E-53BD49C70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2EEBF-2D32-4EE7-8BC7-F78CA4B44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990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B5FB3-3BB2-822B-38D3-16BB0ADDD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143" y="188913"/>
            <a:ext cx="9767657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33028-6D47-644E-4E6F-3B950AD1C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0A2C88-30AA-ABD9-5E03-4224FFFB7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81770C-650A-BF60-8A47-760927ACF1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C2B1A9-564C-09E8-3FA6-71C33F6509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7C2FDE-7806-4A0C-1150-7AFAB8806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9020B-8B61-48E6-9387-488BFB7A43D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86E73C-6263-828A-0126-6C67661F3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5ED552-0547-5A95-65C8-6A1165537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2EEBF-2D32-4EE7-8BC7-F78CA4B44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839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7E631-EA3E-A66D-2908-7407C3073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298B01-45E3-CA33-32FA-E81781D4D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9020B-8B61-48E6-9387-488BFB7A43D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ABE27C-D9E6-0095-FAEE-6A6611F53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28EF9-A9E3-60AD-46B4-98B1C3097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2EEBF-2D32-4EE7-8BC7-F78CA4B44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216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988AAB-952E-37E8-FAFD-083DE1871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9020B-8B61-48E6-9387-488BFB7A43D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CC2929-28FA-1473-073E-5A93BD90A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109AC-D217-F75F-6FE3-7953142EF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2EEBF-2D32-4EE7-8BC7-F78CA4B44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69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9E776-8BAA-709B-C7EB-C67CB1DE9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D90A-CC16-1470-6C07-E5A1655AF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2AADE9-337E-2A90-9F17-5D31FF083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EB2F7-2B2F-2E01-0932-37303D888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9020B-8B61-48E6-9387-488BFB7A43D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CFD0E-1AE4-23FE-3086-A5B274A66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D859E6-533A-EDD2-219A-A12331CC7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2EEBF-2D32-4EE7-8BC7-F78CA4B44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428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0801B-55DB-88ED-75A8-059DA01EF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5987C3-6F34-DD2D-133B-5CAAF16850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541B42-D225-C7C3-6209-6D877DFF8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F5A2CF-D98D-1E18-0C28-B8C0018CD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9020B-8B61-48E6-9387-488BFB7A43D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55ED04-0346-93EE-A472-8732F4146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B1CCC-9B81-632A-2A7A-596C25723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2EEBF-2D32-4EE7-8BC7-F78CA4B44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248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A6797-12E0-04DF-48AF-5A84201C0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41614A-BEE0-683E-465B-345139C3A6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82BF1-A43E-7D61-B48C-E5D4ED253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9020B-8B61-48E6-9387-488BFB7A43D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A7EC8-C1B8-7DD6-926C-270E33D4D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D8477-FCA9-0993-3CA8-2827939C8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2EEBF-2D32-4EE7-8BC7-F78CA4B44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583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19A9DB-6CC3-6E22-75A2-AE726CE4B7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6D8A68-F929-0CF5-2720-BF6D99E02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38F33-CBD7-D881-95D4-384905526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9020B-8B61-48E6-9387-488BFB7A43D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314B5-16EA-5E56-B8A4-58E8C807D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4414-0A6E-A686-FEFC-3D4CFF560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2EEBF-2D32-4EE7-8BC7-F78CA4B44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12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2C5A2A-7E47-342A-F196-FE896CB24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272" y="210643"/>
            <a:ext cx="9617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CDB56-F521-349F-1E94-125A52DCB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199" y="1825625"/>
            <a:ext cx="1179333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63D12-1D37-8D18-CE10-A6C0780516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59020B-8B61-48E6-9387-488BFB7A43D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63A00-CC9B-2E7F-DA64-6912A2FED0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BAFBD-D831-3181-2BB4-17FC43B299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42EEBF-2D32-4EE7-8BC7-F78CA4B44C42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70C913F-99A6-AB41-BB5B-B1554CCD80C6}"/>
              </a:ext>
            </a:extLst>
          </p:cNvPr>
          <p:cNvCxnSpPr/>
          <p:nvPr/>
        </p:nvCxnSpPr>
        <p:spPr>
          <a:xfrm>
            <a:off x="171200" y="1587690"/>
            <a:ext cx="11793337" cy="0"/>
          </a:xfrm>
          <a:prstGeom prst="line">
            <a:avLst/>
          </a:prstGeom>
          <a:ln w="25400" cap="rnd" cmpd="sng">
            <a:solidFill>
              <a:srgbClr val="447670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C6E98FB-0DA0-F2C3-6B26-BE4D48C0A4F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67" t="14832" r="14571" b="15608"/>
          <a:stretch>
            <a:fillRect/>
          </a:stretch>
        </p:blipFill>
        <p:spPr>
          <a:xfrm>
            <a:off x="171199" y="114539"/>
            <a:ext cx="1397151" cy="142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1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979F7-D935-0FA1-5639-9E0E236712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personal site powered by Sphinx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DD199-C4E2-E907-ED86-00F37FFD6B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 err="1"/>
              <a:t>craigk</a:t>
            </a:r>
            <a:r>
              <a:rPr lang="en-US" dirty="0"/>
              <a:t>-site-builder</a:t>
            </a:r>
          </a:p>
          <a:p>
            <a:pPr algn="l"/>
            <a:r>
              <a:rPr lang="en-US" dirty="0"/>
              <a:t>February 16, 2026</a:t>
            </a:r>
          </a:p>
        </p:txBody>
      </p:sp>
    </p:spTree>
    <p:extLst>
      <p:ext uri="{BB962C8B-B14F-4D97-AF65-F5344CB8AC3E}">
        <p14:creationId xmlns:p14="http://schemas.microsoft.com/office/powerpoint/2010/main" val="1258963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8CBAC-9DAC-4D07-BB7F-EDC36CCDE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9F604-4D0A-0F9D-6AE3-B26974C83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I’m reworking my personal website to be built with Sphinx.</a:t>
            </a:r>
          </a:p>
          <a:p>
            <a:r>
              <a:rPr lang="en-US" dirty="0"/>
              <a:t>I think Sphinx will give me a </a:t>
            </a:r>
            <a:r>
              <a:rPr lang="en-US" b="1" dirty="0"/>
              <a:t>very stable </a:t>
            </a:r>
            <a:r>
              <a:rPr lang="en-US" dirty="0"/>
              <a:t>platform to generate content in for years to come. </a:t>
            </a:r>
          </a:p>
          <a:p>
            <a:r>
              <a:rPr lang="en-US" dirty="0"/>
              <a:t>This document covers my thoughts on:</a:t>
            </a:r>
          </a:p>
          <a:p>
            <a:pPr lvl="1"/>
            <a:r>
              <a:rPr lang="en-US" dirty="0"/>
              <a:t>The structure of my site; layout of each section and subsection</a:t>
            </a:r>
          </a:p>
          <a:p>
            <a:pPr lvl="1"/>
            <a:r>
              <a:rPr lang="en-US" dirty="0"/>
              <a:t>The color scheme</a:t>
            </a:r>
          </a:p>
          <a:p>
            <a:pPr lvl="1"/>
            <a:r>
              <a:rPr lang="en-US" dirty="0"/>
              <a:t>How content can be sourced without having to bundle it with the builder</a:t>
            </a:r>
          </a:p>
          <a:p>
            <a:pPr lvl="1"/>
            <a:r>
              <a:rPr lang="en-US" dirty="0"/>
              <a:t>The deployment and update approach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675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D8DB0-8481-0B2A-9AD2-B98519526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63995-768E-0AEE-7518-1A5516629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Home page:</a:t>
            </a:r>
          </a:p>
          <a:p>
            <a:pPr lvl="1"/>
            <a:r>
              <a:rPr lang="en-US" dirty="0"/>
              <a:t>Navbar has logo and name, search, and social links + favicons</a:t>
            </a:r>
          </a:p>
          <a:p>
            <a:pPr lvl="1"/>
            <a:r>
              <a:rPr lang="en-US" dirty="0"/>
              <a:t>Introduction with links to contact me</a:t>
            </a:r>
          </a:p>
          <a:p>
            <a:pPr lvl="1"/>
            <a:r>
              <a:rPr lang="en-US" dirty="0"/>
              <a:t>Cards for projects, writings, curations, gallery</a:t>
            </a:r>
          </a:p>
          <a:p>
            <a:r>
              <a:rPr lang="en-US" dirty="0"/>
              <a:t>Project page: cards for each individual project</a:t>
            </a:r>
          </a:p>
          <a:p>
            <a:pPr lvl="1"/>
            <a:r>
              <a:rPr lang="en-US" dirty="0"/>
              <a:t>Individual project pages have micro writings on a cool feature or problem in the project</a:t>
            </a:r>
          </a:p>
          <a:p>
            <a:r>
              <a:rPr lang="en-US" dirty="0"/>
              <a:t>Writings page: blog post style list of writings</a:t>
            </a:r>
          </a:p>
          <a:p>
            <a:r>
              <a:rPr lang="en-US" dirty="0"/>
              <a:t>Curations: Sections for Books, Art, Music, etc., cards for each entry</a:t>
            </a:r>
          </a:p>
          <a:p>
            <a:r>
              <a:rPr lang="en-US" dirty="0"/>
              <a:t>Gallery: Massive smattering collection of every image on the site. Each image links back to where its used</a:t>
            </a:r>
          </a:p>
        </p:txBody>
      </p:sp>
    </p:spTree>
    <p:extLst>
      <p:ext uri="{BB962C8B-B14F-4D97-AF65-F5344CB8AC3E}">
        <p14:creationId xmlns:p14="http://schemas.microsoft.com/office/powerpoint/2010/main" val="3560849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1BB55-E557-7666-B346-FA574F0A6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scheme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6C81E-55B2-7091-E69E-D4BFB923AF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Light mode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5637C4-D7B5-B9EF-0050-ACE3AB34901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Dark mode</a:t>
            </a:r>
          </a:p>
        </p:txBody>
      </p:sp>
    </p:spTree>
    <p:extLst>
      <p:ext uri="{BB962C8B-B14F-4D97-AF65-F5344CB8AC3E}">
        <p14:creationId xmlns:p14="http://schemas.microsoft.com/office/powerpoint/2010/main" val="2033574215"/>
      </p:ext>
    </p:extLst>
  </p:cSld>
  <p:clrMapOvr>
    <a:masterClrMapping/>
  </p:clrMapOvr>
</p:sld>
</file>

<file path=ppt/theme/theme1.xml><?xml version="1.0" encoding="utf-8"?>
<a:theme xmlns:a="http://schemas.openxmlformats.org/drawingml/2006/main" name="craig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raigk" id="{1A7AB0CF-2998-4066-B408-B4A7002CB730}" vid="{8CAEA7A0-689C-4DCD-999A-FF697964BF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craigk</Template>
  <TotalTime>26</TotalTime>
  <Words>189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Aptos</vt:lpstr>
      <vt:lpstr>Arial</vt:lpstr>
      <vt:lpstr>craigk</vt:lpstr>
      <vt:lpstr>A personal site powered by Sphinx</vt:lpstr>
      <vt:lpstr>Scope</vt:lpstr>
      <vt:lpstr>Site structure</vt:lpstr>
      <vt:lpstr>Color scheme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Craig Knoblauch</dc:creator>
  <cp:lastModifiedBy>Craig Knoblauch</cp:lastModifiedBy>
  <cp:revision>5</cp:revision>
  <dcterms:created xsi:type="dcterms:W3CDTF">2026-02-17T03:57:46Z</dcterms:created>
  <dcterms:modified xsi:type="dcterms:W3CDTF">2026-02-17T04:24:21Z</dcterms:modified>
</cp:coreProperties>
</file>